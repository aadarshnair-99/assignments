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6"/>
    <p:restoredTop sz="94694"/>
  </p:normalViewPr>
  <p:slideViewPr>
    <p:cSldViewPr snapToGrid="0" snapToObjects="1">
      <p:cViewPr varScale="1">
        <p:scale>
          <a:sx n="107" d="100"/>
          <a:sy n="107" d="100"/>
        </p:scale>
        <p:origin x="2304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8443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937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2859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9007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9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433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401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219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6837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93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6160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51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5" y="804520"/>
            <a:ext cx="3132383" cy="1049235"/>
          </a:xfrm>
        </p:spPr>
        <p:txBody>
          <a:bodyPr>
            <a:normAutofit/>
          </a:bodyPr>
          <a:lstStyle/>
          <a:p>
            <a:r>
              <a:rPr lang="en-US" sz="2200" dirty="0"/>
              <a:t>Fund 4 Projects  to Maximize Return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5" y="2015732"/>
            <a:ext cx="3129159" cy="3450613"/>
          </a:xfrm>
        </p:spPr>
        <p:txBody>
          <a:bodyPr>
            <a:normAutofit/>
          </a:bodyPr>
          <a:lstStyle/>
          <a:p>
            <a:r>
              <a:rPr lang="en-US" sz="1900"/>
              <a:t>Fund Dyeing, Looms, Warehouse, Sustainable Line</a:t>
            </a:r>
          </a:p>
          <a:p>
            <a:r>
              <a:rPr lang="en-US" sz="1900"/>
              <a:t>Generates ~$1.25M total return</a:t>
            </a:r>
          </a:p>
          <a:p>
            <a:r>
              <a:rPr lang="en-US" sz="1900"/>
              <a:t>Fits within budget and labor limits</a:t>
            </a:r>
          </a:p>
          <a:p>
            <a:r>
              <a:rPr lang="en-US" sz="1900"/>
              <a:t>Best overall investment mix</a:t>
            </a:r>
          </a:p>
        </p:txBody>
      </p:sp>
      <p:pic>
        <p:nvPicPr>
          <p:cNvPr id="4" name="Picture 3" descr="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370" y="2527644"/>
            <a:ext cx="4600818" cy="34506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VP Faces Limited Budget and Competing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Textile company decision</a:t>
            </a:r>
          </a:p>
          <a:p>
            <a:r>
              <a:t>$1M budget and limited labor</a:t>
            </a:r>
          </a:p>
          <a:p>
            <a:r>
              <a:t>Multiple project options</a:t>
            </a:r>
          </a:p>
          <a:p>
            <a:r>
              <a:t>Goal: maximize return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Identifies Best Combination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Chooses which projects to fund</a:t>
            </a:r>
          </a:p>
          <a:p>
            <a:r>
              <a:t>Maximizes return</a:t>
            </a:r>
          </a:p>
          <a:p>
            <a:r>
              <a:t>Respects constraints</a:t>
            </a:r>
          </a:p>
          <a:p>
            <a:r>
              <a:t>Includes dependencies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5" y="804520"/>
            <a:ext cx="3132383" cy="1049235"/>
          </a:xfrm>
        </p:spPr>
        <p:txBody>
          <a:bodyPr>
            <a:normAutofit/>
          </a:bodyPr>
          <a:lstStyle/>
          <a:p>
            <a:r>
              <a:rPr lang="en-US" sz="2200"/>
              <a:t>Returns Depend on Key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5" y="2015732"/>
            <a:ext cx="3129159" cy="3450613"/>
          </a:xfrm>
        </p:spPr>
        <p:txBody>
          <a:bodyPr>
            <a:normAutofit/>
          </a:bodyPr>
          <a:lstStyle/>
          <a:p>
            <a:r>
              <a:t>Dyeing return most critical</a:t>
            </a:r>
          </a:p>
          <a:p>
            <a:r>
              <a:t>Energy cost moderate impact</a:t>
            </a:r>
          </a:p>
          <a:p>
            <a:r>
              <a:t>Labor limits flexibility</a:t>
            </a:r>
          </a:p>
          <a:p>
            <a:r>
              <a:t>Mostly stable results</a:t>
            </a:r>
          </a:p>
        </p:txBody>
      </p:sp>
      <p:pic>
        <p:nvPicPr>
          <p:cNvPr id="4" name="Picture 3" descr="ch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9186" y="2303813"/>
            <a:ext cx="5016349" cy="37622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313302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5" y="804520"/>
            <a:ext cx="3132383" cy="1049235"/>
          </a:xfrm>
        </p:spPr>
        <p:txBody>
          <a:bodyPr>
            <a:normAutofit/>
          </a:bodyPr>
          <a:lstStyle/>
          <a:p>
            <a:r>
              <a:rPr lang="en-US" sz="2700"/>
              <a:t>Projects Rolled Out Over Time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966" y="1955353"/>
            <a:ext cx="3129159" cy="3450613"/>
          </a:xfrm>
        </p:spPr>
        <p:txBody>
          <a:bodyPr>
            <a:normAutofit/>
          </a:bodyPr>
          <a:lstStyle/>
          <a:p>
            <a:r>
              <a:rPr dirty="0"/>
              <a:t>Q1–Q2: Looms + Dyeing</a:t>
            </a:r>
          </a:p>
          <a:p>
            <a:r>
              <a:rPr dirty="0"/>
              <a:t>Q3</a:t>
            </a:r>
            <a:r>
              <a:rPr lang="en-US" dirty="0"/>
              <a:t>:  Warehouse</a:t>
            </a:r>
          </a:p>
          <a:p>
            <a:r>
              <a:rPr dirty="0"/>
              <a:t>Q4:</a:t>
            </a:r>
            <a:r>
              <a:rPr lang="en-US" dirty="0"/>
              <a:t> </a:t>
            </a:r>
            <a:r>
              <a:rPr dirty="0"/>
              <a:t>Sustainable</a:t>
            </a:r>
          </a:p>
          <a:p>
            <a:r>
              <a:rPr dirty="0"/>
              <a:t>Avoids bottlenecks</a:t>
            </a:r>
          </a:p>
          <a:p>
            <a:r>
              <a:rPr dirty="0"/>
              <a:t>Enables early gains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6A31FB8-2F2B-F2A4-4138-D9751EC88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09278" y="1745490"/>
            <a:ext cx="4977727" cy="410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036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Has Real-World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Automation slows over time</a:t>
            </a:r>
          </a:p>
          <a:p>
            <a:r>
              <a:t>Returns depend on demand</a:t>
            </a:r>
          </a:p>
          <a:p>
            <a:r>
              <a:t>Markets can saturate</a:t>
            </a:r>
          </a:p>
          <a:p>
            <a:r>
              <a:t>Use as directional guide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Validate Before Acting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Proceed with 4 projects</a:t>
            </a:r>
          </a:p>
          <a:p>
            <a:r>
              <a:t>Confirm dyeing returns</a:t>
            </a:r>
          </a:p>
          <a:p>
            <a:r>
              <a:t>Check labor availability</a:t>
            </a:r>
          </a:p>
          <a:p>
            <a:r>
              <a:t>Next: operations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146</Words>
  <Application>Microsoft Macintosh PowerPoint</Application>
  <PresentationFormat>On-screen Show (4:3)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Gallery</vt:lpstr>
      <vt:lpstr>Fund 4 Projects  to Maximize Return</vt:lpstr>
      <vt:lpstr>VP Faces Limited Budget and Competing Projects</vt:lpstr>
      <vt:lpstr>Model Identifies Best Combination</vt:lpstr>
      <vt:lpstr>Returns Depend on Key Assumptions</vt:lpstr>
      <vt:lpstr>Projects Rolled Out Over Time</vt:lpstr>
      <vt:lpstr>Model Has Real-World Limits</vt:lpstr>
      <vt:lpstr>Validate Before Acting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Aadarsh Nair</cp:lastModifiedBy>
  <cp:revision>4</cp:revision>
  <dcterms:created xsi:type="dcterms:W3CDTF">2013-01-27T09:14:16Z</dcterms:created>
  <dcterms:modified xsi:type="dcterms:W3CDTF">2026-04-20T21:01:24Z</dcterms:modified>
  <cp:category/>
</cp:coreProperties>
</file>